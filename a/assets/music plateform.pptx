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296" y="-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4BD15B4F-6B13-46D3-91FD-D21BF2593E60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14F3AD13-AB8C-4F59-BD02-8AB66FE5C75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BD15B4F-6B13-46D3-91FD-D21BF2593E60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4F3AD13-AB8C-4F59-BD02-8AB66FE5C75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BD15B4F-6B13-46D3-91FD-D21BF2593E60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4F3AD13-AB8C-4F59-BD02-8AB66FE5C75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BD15B4F-6B13-46D3-91FD-D21BF2593E60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4F3AD13-AB8C-4F59-BD02-8AB66FE5C75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BD15B4F-6B13-46D3-91FD-D21BF2593E60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4F3AD13-AB8C-4F59-BD02-8AB66FE5C755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BD15B4F-6B13-46D3-91FD-D21BF2593E60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4F3AD13-AB8C-4F59-BD02-8AB66FE5C755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BD15B4F-6B13-46D3-91FD-D21BF2593E60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4F3AD13-AB8C-4F59-BD02-8AB66FE5C75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4BD15B4F-6B13-46D3-91FD-D21BF2593E60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4F3AD13-AB8C-4F59-BD02-8AB66FE5C755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4BD15B4F-6B13-46D3-91FD-D21BF2593E60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14F3AD13-AB8C-4F59-BD02-8AB66FE5C755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BD15B4F-6B13-46D3-91FD-D21BF2593E60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4F3AD13-AB8C-4F59-BD02-8AB66FE5C75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BD15B4F-6B13-46D3-91FD-D21BF2593E60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4F3AD13-AB8C-4F59-BD02-8AB66FE5C75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4BD15B4F-6B13-46D3-91FD-D21BF2593E60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14F3AD13-AB8C-4F59-BD02-8AB66FE5C755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28600"/>
            <a:ext cx="7772400" cy="1470025"/>
          </a:xfrm>
        </p:spPr>
        <p:txBody>
          <a:bodyPr/>
          <a:lstStyle/>
          <a:p>
            <a:pPr algn="r"/>
            <a:r>
              <a:rPr lang="en-US" b="1" u="sng" dirty="0" smtClean="0">
                <a:latin typeface="Algerian" pitchFamily="82" charset="0"/>
              </a:rPr>
              <a:t>music </a:t>
            </a:r>
            <a:r>
              <a:rPr lang="en-US" b="1" u="sng" dirty="0" err="1" smtClean="0">
                <a:latin typeface="Algerian" pitchFamily="82" charset="0"/>
              </a:rPr>
              <a:t>plateform</a:t>
            </a:r>
            <a:r>
              <a:rPr lang="en-US" b="1" u="sng" dirty="0" smtClean="0">
                <a:latin typeface="Algerian" pitchFamily="82" charset="0"/>
              </a:rPr>
              <a:t> </a:t>
            </a:r>
            <a:endParaRPr lang="en-US" b="1" u="sng" dirty="0">
              <a:latin typeface="Algerian" pitchFamily="8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905000"/>
            <a:ext cx="7772400" cy="2906311"/>
          </a:xfrm>
        </p:spPr>
        <p:txBody>
          <a:bodyPr/>
          <a:lstStyle/>
          <a:p>
            <a:r>
              <a:rPr lang="en-US" sz="2400" b="1" dirty="0" smtClean="0">
                <a:latin typeface="Aparajita" pitchFamily="18" charset="0"/>
                <a:cs typeface="Aparajita" pitchFamily="18" charset="0"/>
              </a:rPr>
              <a:t>Project name- music websites</a:t>
            </a:r>
          </a:p>
          <a:p>
            <a:r>
              <a:rPr lang="en-US" sz="2400" b="1" dirty="0" smtClean="0">
                <a:latin typeface="Aparajita" pitchFamily="18" charset="0"/>
                <a:cs typeface="Aparajita" pitchFamily="18" charset="0"/>
              </a:rPr>
              <a:t>Team name – </a:t>
            </a:r>
            <a:r>
              <a:rPr lang="en-US" sz="2400" b="1" dirty="0" err="1" smtClean="0">
                <a:latin typeface="Aparajita" pitchFamily="18" charset="0"/>
                <a:cs typeface="Aparajita" pitchFamily="18" charset="0"/>
              </a:rPr>
              <a:t>Sandhya</a:t>
            </a:r>
            <a:r>
              <a:rPr lang="en-US" sz="2400" b="1" dirty="0" smtClean="0">
                <a:latin typeface="Aparajita" pitchFamily="18" charset="0"/>
                <a:cs typeface="Aparajita" pitchFamily="18" charset="0"/>
              </a:rPr>
              <a:t>  </a:t>
            </a:r>
            <a:r>
              <a:rPr lang="en-US" sz="2400" b="1" dirty="0" err="1" smtClean="0">
                <a:latin typeface="Aparajita" pitchFamily="18" charset="0"/>
                <a:cs typeface="Aparajita" pitchFamily="18" charset="0"/>
              </a:rPr>
              <a:t>kushwaha</a:t>
            </a:r>
            <a:r>
              <a:rPr lang="en-US" sz="2400" b="1" dirty="0" smtClean="0">
                <a:latin typeface="Aparajita" pitchFamily="18" charset="0"/>
                <a:cs typeface="Aparajita" pitchFamily="18" charset="0"/>
              </a:rPr>
              <a:t> 0301CS231053</a:t>
            </a:r>
          </a:p>
          <a:p>
            <a:r>
              <a:rPr lang="en-US" sz="2400" b="1" dirty="0" err="1" smtClean="0">
                <a:latin typeface="Aparajita" pitchFamily="18" charset="0"/>
                <a:cs typeface="Aparajita" pitchFamily="18" charset="0"/>
              </a:rPr>
              <a:t>Priya</a:t>
            </a:r>
            <a:r>
              <a:rPr lang="en-US" sz="2400" b="1" dirty="0" smtClean="0">
                <a:latin typeface="Aparajita" pitchFamily="18" charset="0"/>
                <a:cs typeface="Aparajita" pitchFamily="18" charset="0"/>
              </a:rPr>
              <a:t>  </a:t>
            </a:r>
            <a:r>
              <a:rPr lang="en-US" sz="2400" b="1" dirty="0" err="1" smtClean="0">
                <a:latin typeface="Aparajita" pitchFamily="18" charset="0"/>
                <a:cs typeface="Aparajita" pitchFamily="18" charset="0"/>
              </a:rPr>
              <a:t>D</a:t>
            </a:r>
            <a:r>
              <a:rPr lang="en-US" sz="2400" b="1" dirty="0" err="1" smtClean="0">
                <a:latin typeface="Aparajita" pitchFamily="18" charset="0"/>
                <a:cs typeface="Aparajita" pitchFamily="18" charset="0"/>
              </a:rPr>
              <a:t>ubedy</a:t>
            </a:r>
            <a:r>
              <a:rPr lang="en-US" sz="2400" b="1" dirty="0" smtClean="0">
                <a:latin typeface="Aparajita" pitchFamily="18" charset="0"/>
                <a:cs typeface="Aparajita" pitchFamily="18" charset="0"/>
              </a:rPr>
              <a:t> 0301CS231037</a:t>
            </a:r>
          </a:p>
          <a:p>
            <a:r>
              <a:rPr lang="en-US" sz="2400" b="1" dirty="0" err="1" smtClean="0">
                <a:latin typeface="Aparajita" pitchFamily="18" charset="0"/>
                <a:cs typeface="Aparajita" pitchFamily="18" charset="0"/>
              </a:rPr>
              <a:t>Kajal</a:t>
            </a:r>
            <a:r>
              <a:rPr lang="en-US" sz="2400" b="1" dirty="0" smtClean="0">
                <a:latin typeface="Aparajita" pitchFamily="18" charset="0"/>
                <a:cs typeface="Aparajita" pitchFamily="18" charset="0"/>
              </a:rPr>
              <a:t> </a:t>
            </a:r>
            <a:r>
              <a:rPr lang="en-US" sz="2400" b="1" dirty="0" smtClean="0">
                <a:latin typeface="Aparajita" pitchFamily="18" charset="0"/>
                <a:cs typeface="Aparajita" pitchFamily="18" charset="0"/>
              </a:rPr>
              <a:t>S</a:t>
            </a:r>
            <a:r>
              <a:rPr lang="en-US" sz="2400" b="1" dirty="0" smtClean="0">
                <a:latin typeface="Aparajita" pitchFamily="18" charset="0"/>
                <a:cs typeface="Aparajita" pitchFamily="18" charset="0"/>
              </a:rPr>
              <a:t>ingh 0301CS231024</a:t>
            </a:r>
          </a:p>
          <a:p>
            <a:r>
              <a:rPr lang="en-US" sz="2400" b="1" dirty="0" smtClean="0">
                <a:latin typeface="Aparajita" pitchFamily="18" charset="0"/>
                <a:cs typeface="Aparajita" pitchFamily="18" charset="0"/>
              </a:rPr>
              <a:t>Subject – </a:t>
            </a:r>
            <a:r>
              <a:rPr lang="en-US" sz="2400" b="1" dirty="0" smtClean="0">
                <a:latin typeface="Aparajita" pitchFamily="18" charset="0"/>
                <a:cs typeface="Aparajita" pitchFamily="18" charset="0"/>
              </a:rPr>
              <a:t>M</a:t>
            </a:r>
            <a:r>
              <a:rPr lang="en-US" sz="2400" b="1" dirty="0" smtClean="0">
                <a:latin typeface="Aparajita" pitchFamily="18" charset="0"/>
                <a:cs typeface="Aparajita" pitchFamily="18" charset="0"/>
              </a:rPr>
              <a:t>inor project</a:t>
            </a:r>
          </a:p>
          <a:p>
            <a:r>
              <a:rPr lang="en-US" sz="2400" b="1" dirty="0" smtClean="0">
                <a:latin typeface="Aparajita" pitchFamily="18" charset="0"/>
                <a:cs typeface="Aparajita" pitchFamily="18" charset="0"/>
              </a:rPr>
              <a:t>Submitted by-</a:t>
            </a:r>
            <a:r>
              <a:rPr lang="en-US" sz="2400" b="1" dirty="0" smtClean="0">
                <a:latin typeface="Aparajita" pitchFamily="18" charset="0"/>
                <a:cs typeface="Aparajita" pitchFamily="18" charset="0"/>
              </a:rPr>
              <a:t> </a:t>
            </a:r>
            <a:r>
              <a:rPr lang="en-US" sz="2400" b="1" dirty="0" err="1" smtClean="0">
                <a:latin typeface="Aparajita" pitchFamily="18" charset="0"/>
                <a:cs typeface="Aparajita" pitchFamily="18" charset="0"/>
              </a:rPr>
              <a:t>M</a:t>
            </a:r>
            <a:r>
              <a:rPr lang="en-US" sz="2400" b="1" dirty="0" err="1" smtClean="0">
                <a:latin typeface="Aparajita" pitchFamily="18" charset="0"/>
                <a:cs typeface="Aparajita" pitchFamily="18" charset="0"/>
              </a:rPr>
              <a:t>anoj</a:t>
            </a:r>
            <a:r>
              <a:rPr lang="en-US" sz="2400" b="1" dirty="0" smtClean="0">
                <a:latin typeface="Aparajita" pitchFamily="18" charset="0"/>
                <a:cs typeface="Aparajita" pitchFamily="18" charset="0"/>
              </a:rPr>
              <a:t> </a:t>
            </a:r>
            <a:r>
              <a:rPr lang="en-US" sz="2400" b="1" dirty="0" err="1" smtClean="0">
                <a:latin typeface="Aparajita" pitchFamily="18" charset="0"/>
                <a:cs typeface="Aparajita" pitchFamily="18" charset="0"/>
              </a:rPr>
              <a:t>Chauhan</a:t>
            </a:r>
            <a:r>
              <a:rPr lang="en-US" sz="2400" b="1" dirty="0" smtClean="0">
                <a:latin typeface="Aparajita" pitchFamily="18" charset="0"/>
                <a:cs typeface="Aparajita" pitchFamily="18" charset="0"/>
              </a:rPr>
              <a:t> sir</a:t>
            </a:r>
          </a:p>
          <a:p>
            <a:endParaRPr lang="en-US" dirty="0">
              <a:latin typeface="Adobe Caslon Pro Bold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sz="2000" dirty="0" smtClean="0">
                <a:latin typeface="Adobe Caslon Pro Bold" pitchFamily="18" charset="0"/>
              </a:rPr>
              <a:t>      A </a:t>
            </a:r>
            <a:r>
              <a:rPr lang="en-US" sz="2000" b="1" dirty="0" smtClean="0">
                <a:latin typeface="Adobe Caslon Pro Bold" pitchFamily="18" charset="0"/>
              </a:rPr>
              <a:t>music website</a:t>
            </a:r>
            <a:r>
              <a:rPr lang="en-US" sz="2000" dirty="0" smtClean="0">
                <a:latin typeface="Adobe Caslon Pro Bold" pitchFamily="18" charset="0"/>
              </a:rPr>
              <a:t> is an online platform that allows users to </a:t>
            </a:r>
            <a:r>
              <a:rPr lang="en-US" sz="2000" b="1" dirty="0" smtClean="0">
                <a:latin typeface="Adobe Caslon Pro Bold" pitchFamily="18" charset="0"/>
              </a:rPr>
              <a:t>listen to, stream, download, and share music</a:t>
            </a:r>
            <a:r>
              <a:rPr lang="en-US" sz="2000" dirty="0" smtClean="0">
                <a:latin typeface="Adobe Caslon Pro Bold" pitchFamily="18" charset="0"/>
              </a:rPr>
              <a:t> using the internet. These websites provide access to a large collection of songs, albums, and playlists from different artists and genres.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 smtClean="0">
                <a:latin typeface="Adobe Caslon Pro Bold" pitchFamily="18" charset="0"/>
              </a:rPr>
              <a:t>Users can search for music, create playlists, and enjoy songs anytime and anywhere through devices like </a:t>
            </a:r>
            <a:r>
              <a:rPr lang="en-US" sz="2000" b="1" dirty="0" smtClean="0">
                <a:latin typeface="Adobe Caslon Pro Bold" pitchFamily="18" charset="0"/>
              </a:rPr>
              <a:t>computers, mobiles, or tablets</a:t>
            </a:r>
            <a:r>
              <a:rPr lang="en-US" sz="2000" dirty="0" smtClean="0">
                <a:latin typeface="Adobe Caslon Pro Bold" pitchFamily="18" charset="0"/>
              </a:rPr>
              <a:t>.</a:t>
            </a:r>
          </a:p>
          <a:p>
            <a:pPr>
              <a:buFont typeface="Wingdings" pitchFamily="2" charset="2"/>
              <a:buChar char="Ø"/>
            </a:pPr>
            <a:r>
              <a:rPr lang="en-US" sz="2000" b="1" dirty="0" smtClean="0">
                <a:latin typeface="Adobe Caslon Pro Bold" pitchFamily="18" charset="0"/>
              </a:rPr>
              <a:t>Examples of music websites:</a:t>
            </a:r>
            <a:r>
              <a:rPr lang="en-US" sz="2000" dirty="0" smtClean="0">
                <a:latin typeface="Adobe Caslon Pro Bold" pitchFamily="18" charset="0"/>
              </a:rPr>
              <a:t> </a:t>
            </a:r>
            <a:r>
              <a:rPr lang="en-US" sz="2000" dirty="0" err="1" smtClean="0">
                <a:latin typeface="Adobe Caslon Pro Bold" pitchFamily="18" charset="0"/>
              </a:rPr>
              <a:t>Spotify</a:t>
            </a:r>
            <a:r>
              <a:rPr lang="en-US" sz="2000" dirty="0" smtClean="0">
                <a:latin typeface="Adobe Caslon Pro Bold" pitchFamily="18" charset="0"/>
              </a:rPr>
              <a:t>, YouTube Music, </a:t>
            </a:r>
            <a:r>
              <a:rPr lang="en-US" sz="2000" dirty="0" err="1" smtClean="0">
                <a:latin typeface="Adobe Caslon Pro Bold" pitchFamily="18" charset="0"/>
              </a:rPr>
              <a:t>SoundCloud</a:t>
            </a:r>
            <a:r>
              <a:rPr lang="en-US" sz="2000" dirty="0" smtClean="0">
                <a:latin typeface="Adobe Caslon Pro Bold" pitchFamily="18" charset="0"/>
              </a:rPr>
              <a:t>, </a:t>
            </a:r>
            <a:r>
              <a:rPr lang="en-US" sz="2000" dirty="0" err="1" smtClean="0">
                <a:latin typeface="Adobe Caslon Pro Bold" pitchFamily="18" charset="0"/>
              </a:rPr>
              <a:t>Gaana</a:t>
            </a:r>
            <a:r>
              <a:rPr lang="en-US" sz="2000" dirty="0" smtClean="0">
                <a:latin typeface="Adobe Caslon Pro Bold" pitchFamily="18" charset="0"/>
              </a:rPr>
              <a:t>, </a:t>
            </a:r>
            <a:r>
              <a:rPr lang="en-US" sz="2000" dirty="0" err="1" smtClean="0">
                <a:latin typeface="Adobe Caslon Pro Bold" pitchFamily="18" charset="0"/>
              </a:rPr>
              <a:t>JioSaavn</a:t>
            </a:r>
            <a:r>
              <a:rPr lang="en-US" sz="2000" dirty="0" smtClean="0">
                <a:latin typeface="Adobe Caslon Pro Bold" pitchFamily="18" charset="0"/>
              </a:rPr>
              <a:t>.</a:t>
            </a:r>
          </a:p>
          <a:p>
            <a:pPr>
              <a:buFont typeface="Wingdings" pitchFamily="2" charset="2"/>
              <a:buChar char="Ø"/>
            </a:pPr>
            <a:endParaRPr lang="en-US" sz="2000" dirty="0" smtClean="0">
              <a:latin typeface="Adobe Caslon Pro Bold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2000" dirty="0" smtClean="0">
                <a:latin typeface="Adobe Caslon Pro Bold" pitchFamily="18" charset="0"/>
              </a:rPr>
              <a:t>A music website is an online platform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 smtClean="0">
                <a:latin typeface="Adobe Caslon Pro Bold" pitchFamily="18" charset="0"/>
              </a:rPr>
              <a:t>Used to listen, stream, or download music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 smtClean="0">
                <a:latin typeface="Adobe Caslon Pro Bold" pitchFamily="18" charset="0"/>
              </a:rPr>
              <a:t>Accessible through internet and devices</a:t>
            </a:r>
          </a:p>
          <a:p>
            <a:endParaRPr lang="en-US" sz="2000" dirty="0">
              <a:latin typeface="Adobe Caslon Pro Bold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u="sng" dirty="0" smtClean="0">
                <a:latin typeface="Algerian" pitchFamily="82" charset="0"/>
              </a:rPr>
              <a:t>Introduction of music website</a:t>
            </a:r>
            <a:endParaRPr lang="en-US" b="1" u="sng" dirty="0">
              <a:latin typeface="Algerian" pitchFamily="82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400" dirty="0" smtClean="0">
                <a:latin typeface="Adobe Caslon Pro Bold" pitchFamily="18" charset="0"/>
              </a:rPr>
              <a:t>      A </a:t>
            </a:r>
            <a:r>
              <a:rPr lang="en-US" sz="2400" b="1" dirty="0" smtClean="0">
                <a:latin typeface="Adobe Caslon Pro Bold" pitchFamily="18" charset="0"/>
              </a:rPr>
              <a:t>music website</a:t>
            </a:r>
            <a:r>
              <a:rPr lang="en-US" sz="2400" dirty="0" smtClean="0">
                <a:latin typeface="Adobe Caslon Pro Bold" pitchFamily="18" charset="0"/>
              </a:rPr>
              <a:t> is an online platform where users can </a:t>
            </a:r>
            <a:r>
              <a:rPr lang="en-US" sz="2400" b="1" dirty="0" smtClean="0">
                <a:latin typeface="Adobe Caslon Pro Bold" pitchFamily="18" charset="0"/>
              </a:rPr>
              <a:t>listen to, stream, or download music</a:t>
            </a:r>
            <a:r>
              <a:rPr lang="en-US" sz="2400" dirty="0" smtClean="0">
                <a:latin typeface="Adobe Caslon Pro Bold" pitchFamily="18" charset="0"/>
              </a:rPr>
              <a:t> using the internet. It provides a wide collection of songs, albums, and artists, allowing users to enjoy music anytime and anywhere on devices like mobile phones, tablets, or computers.</a:t>
            </a:r>
          </a:p>
          <a:p>
            <a:pPr>
              <a:buFont typeface="Wingdings" pitchFamily="2" charset="2"/>
              <a:buChar char="Ø"/>
            </a:pPr>
            <a:r>
              <a:rPr lang="en-US" sz="2400" b="1" dirty="0" smtClean="0">
                <a:latin typeface="Adobe Caslon Pro Bold" pitchFamily="18" charset="0"/>
              </a:rPr>
              <a:t>Examples:</a:t>
            </a:r>
            <a:r>
              <a:rPr lang="en-US" sz="2400" dirty="0" smtClean="0">
                <a:latin typeface="Adobe Caslon Pro Bold" pitchFamily="18" charset="0"/>
              </a:rPr>
              <a:t> </a:t>
            </a:r>
            <a:r>
              <a:rPr lang="en-US" sz="2400" dirty="0" err="1" smtClean="0">
                <a:latin typeface="Adobe Caslon Pro Bold" pitchFamily="18" charset="0"/>
              </a:rPr>
              <a:t>Spotify</a:t>
            </a:r>
            <a:r>
              <a:rPr lang="en-US" sz="2400" dirty="0" smtClean="0">
                <a:latin typeface="Adobe Caslon Pro Bold" pitchFamily="18" charset="0"/>
              </a:rPr>
              <a:t>, YouTube Music, </a:t>
            </a:r>
            <a:r>
              <a:rPr lang="en-US" sz="2400" dirty="0" err="1" smtClean="0">
                <a:latin typeface="Adobe Caslon Pro Bold" pitchFamily="18" charset="0"/>
              </a:rPr>
              <a:t>SoundCloud</a:t>
            </a:r>
            <a:r>
              <a:rPr lang="en-US" sz="2400" dirty="0" smtClean="0">
                <a:latin typeface="Adobe Caslon Pro Bold" pitchFamily="18" charset="0"/>
              </a:rPr>
              <a:t>, </a:t>
            </a:r>
            <a:r>
              <a:rPr lang="en-US" sz="2400" dirty="0" err="1" smtClean="0">
                <a:latin typeface="Adobe Caslon Pro Bold" pitchFamily="18" charset="0"/>
              </a:rPr>
              <a:t>Gaana</a:t>
            </a:r>
            <a:r>
              <a:rPr lang="en-US" sz="2400" dirty="0" smtClean="0">
                <a:latin typeface="Adobe Caslon Pro Bold" pitchFamily="18" charset="0"/>
              </a:rPr>
              <a:t>.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Adobe Caslon Pro Bold" pitchFamily="18" charset="0"/>
              </a:rPr>
              <a:t>Provides digital music content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Adobe Caslon Pro Bold" pitchFamily="18" charset="0"/>
              </a:rPr>
              <a:t>Users can search songs, albums, artists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Adobe Caslon Pro Bold" pitchFamily="18" charset="0"/>
              </a:rPr>
              <a:t>Supports audio streaming</a:t>
            </a:r>
          </a:p>
          <a:p>
            <a:pPr>
              <a:buFont typeface="Wingdings" pitchFamily="2" charset="2"/>
              <a:buChar char="Ø"/>
            </a:pPr>
            <a:endParaRPr lang="en-US" sz="3600" dirty="0">
              <a:latin typeface="Adobe Caslon Pro Bold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>
                <a:latin typeface="Algerian" pitchFamily="82" charset="0"/>
              </a:rPr>
              <a:t>What is music websites</a:t>
            </a:r>
            <a:endParaRPr lang="en-US" b="1" u="sng" dirty="0">
              <a:latin typeface="Algerian" pitchFamily="82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Ø"/>
            </a:pPr>
            <a:r>
              <a:rPr lang="en-US" dirty="0" smtClean="0">
                <a:latin typeface="Adobe Caslon Pro Bold" pitchFamily="18" charset="0"/>
              </a:rPr>
              <a:t>Large music collection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>
                <a:latin typeface="Adobe Caslon Pro Bold" pitchFamily="18" charset="0"/>
              </a:rPr>
              <a:t>Search by song, artist, or album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>
                <a:latin typeface="Adobe Caslon Pro Bold" pitchFamily="18" charset="0"/>
              </a:rPr>
              <a:t>Offline listening (download)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>
                <a:latin typeface="Adobe Caslon Pro Bold" pitchFamily="18" charset="0"/>
              </a:rPr>
              <a:t>High sound quality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>
                <a:latin typeface="Adobe Caslon Pro Bold" pitchFamily="18" charset="0"/>
              </a:rPr>
              <a:t>User accounts &amp; recommendations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>
                <a:latin typeface="Adobe Caslon Pro Bold" pitchFamily="18" charset="0"/>
              </a:rPr>
              <a:t>Music streaming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>
                <a:latin typeface="Adobe Caslon Pro Bold" pitchFamily="18" charset="0"/>
              </a:rPr>
              <a:t>Search option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>
                <a:latin typeface="Adobe Caslon Pro Bold" pitchFamily="18" charset="0"/>
              </a:rPr>
              <a:t>Playlists creation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>
                <a:latin typeface="Adobe Caslon Pro Bold" pitchFamily="18" charset="0"/>
              </a:rPr>
              <a:t>User login &amp; account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>
                <a:latin typeface="Adobe Caslon Pro Bold" pitchFamily="18" charset="0"/>
              </a:rPr>
              <a:t>Like &amp; share song</a:t>
            </a:r>
          </a:p>
          <a:p>
            <a:pPr>
              <a:buFont typeface="Wingdings" pitchFamily="2" charset="2"/>
              <a:buChar char="Ø"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 smtClean="0">
                <a:latin typeface="Algerian" pitchFamily="82" charset="0"/>
              </a:rPr>
              <a:t>Features of music websites</a:t>
            </a:r>
            <a:endParaRPr lang="en-US" b="1" u="sng" dirty="0">
              <a:latin typeface="Algerian" pitchFamily="82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Adobe Caslon Pro Bold" pitchFamily="18" charset="0"/>
              </a:rPr>
              <a:t>User opens the music website or app using the internet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Adobe Caslon Pro Bold" pitchFamily="18" charset="0"/>
              </a:rPr>
              <a:t>User logs in or continues as a guest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Adobe Caslon Pro Bold" pitchFamily="18" charset="0"/>
              </a:rPr>
              <a:t>Searches for a song, artist, or playlist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Adobe Caslon Pro Bold" pitchFamily="18" charset="0"/>
              </a:rPr>
              <a:t>After selecting a song, the request is sent to the server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Adobe Caslon Pro Bold" pitchFamily="18" charset="0"/>
              </a:rPr>
              <a:t>The server streams the music data to the user’s device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Adobe Caslon Pro Bold" pitchFamily="18" charset="0"/>
              </a:rPr>
              <a:t>User can play, pause, skip, or download the song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Adobe Caslon Pro Bold" pitchFamily="18" charset="0"/>
              </a:rPr>
              <a:t>The website also suggests songs based on user interest</a:t>
            </a:r>
          </a:p>
          <a:p>
            <a:pPr>
              <a:buFont typeface="Wingdings" pitchFamily="2" charset="2"/>
              <a:buChar char="Ø"/>
            </a:pPr>
            <a:endParaRPr lang="en-US" sz="2400" dirty="0">
              <a:latin typeface="Adobe Caslon Pro Bold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 smtClean="0">
                <a:latin typeface="Algerian" pitchFamily="82" charset="0"/>
              </a:rPr>
              <a:t>Working of music websites</a:t>
            </a:r>
            <a:endParaRPr lang="en-US" b="1" u="sng" dirty="0">
              <a:latin typeface="Algerian" pitchFamily="82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Adobe Caslon Pro Bold" pitchFamily="18" charset="0"/>
              </a:rPr>
              <a:t>Easy and quick access to music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Adobe Caslon Pro Bold" pitchFamily="18" charset="0"/>
              </a:rPr>
              <a:t>Huge library of songs from all genres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Adobe Caslon Pro Bold" pitchFamily="18" charset="0"/>
              </a:rPr>
              <a:t>Can be used on mobile, laptop, or tablet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Adobe Caslon Pro Bold" pitchFamily="18" charset="0"/>
              </a:rPr>
              <a:t>Personalized recommendations based on user interest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Adobe Caslon Pro Bold" pitchFamily="18" charset="0"/>
              </a:rPr>
              <a:t>No need to store music files manually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Adobe Caslon Pro Bold" pitchFamily="18" charset="0"/>
              </a:rPr>
              <a:t>Option to create and share playlists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Adobe Caslon Pro Bold" pitchFamily="18" charset="0"/>
              </a:rPr>
              <a:t>Offline listening feature in premium versions</a:t>
            </a:r>
          </a:p>
          <a:p>
            <a:pPr>
              <a:buFont typeface="Wingdings" pitchFamily="2" charset="2"/>
              <a:buChar char="Ø"/>
            </a:pPr>
            <a:endParaRPr lang="en-US" sz="2400" dirty="0">
              <a:latin typeface="Adobe Caslon Pro Bold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>
                <a:latin typeface="Algerian" pitchFamily="82" charset="0"/>
              </a:rPr>
              <a:t>Advantages </a:t>
            </a:r>
            <a:endParaRPr lang="en-US" b="1" u="sng" dirty="0">
              <a:latin typeface="Algerian" pitchFamily="82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sz="2400" b="1" dirty="0" err="1" smtClean="0">
                <a:latin typeface="Adobe Caslon Pro Bold" pitchFamily="18" charset="0"/>
              </a:rPr>
              <a:t>Spotify</a:t>
            </a:r>
            <a:endParaRPr lang="en-US" sz="2400" dirty="0" smtClean="0">
              <a:latin typeface="Adobe Caslon Pro Bold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2400" b="1" dirty="0" smtClean="0">
                <a:latin typeface="Adobe Caslon Pro Bold" pitchFamily="18" charset="0"/>
              </a:rPr>
              <a:t>YouTube Music</a:t>
            </a:r>
            <a:endParaRPr lang="en-US" sz="2400" dirty="0" smtClean="0">
              <a:latin typeface="Adobe Caslon Pro Bold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2400" b="1" dirty="0" err="1" smtClean="0">
                <a:latin typeface="Adobe Caslon Pro Bold" pitchFamily="18" charset="0"/>
              </a:rPr>
              <a:t>SoundCloud</a:t>
            </a:r>
            <a:endParaRPr lang="en-US" sz="2400" dirty="0" smtClean="0">
              <a:latin typeface="Adobe Caslon Pro Bold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2400" b="1" dirty="0" err="1" smtClean="0">
                <a:latin typeface="Adobe Caslon Pro Bold" pitchFamily="18" charset="0"/>
              </a:rPr>
              <a:t>Gaana</a:t>
            </a:r>
            <a:endParaRPr lang="en-US" sz="2400" dirty="0" smtClean="0">
              <a:latin typeface="Adobe Caslon Pro Bold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2400" b="1" dirty="0" err="1" smtClean="0">
                <a:latin typeface="Adobe Caslon Pro Bold" pitchFamily="18" charset="0"/>
              </a:rPr>
              <a:t>JioSaavn</a:t>
            </a:r>
            <a:endParaRPr lang="en-US" dirty="0" smtClean="0">
              <a:latin typeface="Adobe Caslon Pro Bold" pitchFamily="18" charset="0"/>
            </a:endParaRP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>
                <a:latin typeface="Algerian" pitchFamily="82" charset="0"/>
              </a:rPr>
              <a:t>Popular music websites</a:t>
            </a:r>
            <a:endParaRPr lang="en-US" b="1" u="sng" dirty="0">
              <a:latin typeface="Algerian" pitchFamily="82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Adobe Caslon Pro Bold" pitchFamily="18" charset="0"/>
              </a:rPr>
              <a:t>In the future, music websites will use </a:t>
            </a:r>
            <a:r>
              <a:rPr lang="en-US" sz="2400" b="1" dirty="0" smtClean="0">
                <a:latin typeface="Adobe Caslon Pro Bold" pitchFamily="18" charset="0"/>
              </a:rPr>
              <a:t>AI for better recommendations</a:t>
            </a:r>
            <a:r>
              <a:rPr lang="en-US" sz="2400" dirty="0" smtClean="0">
                <a:latin typeface="Adobe Caslon Pro Bold" pitchFamily="18" charset="0"/>
              </a:rPr>
              <a:t>, offer </a:t>
            </a:r>
            <a:r>
              <a:rPr lang="en-US" sz="2400" b="1" dirty="0" smtClean="0">
                <a:latin typeface="Adobe Caslon Pro Bold" pitchFamily="18" charset="0"/>
              </a:rPr>
              <a:t>higher sound quality</a:t>
            </a:r>
            <a:r>
              <a:rPr lang="en-US" sz="2400" dirty="0" smtClean="0">
                <a:latin typeface="Adobe Caslon Pro Bold" pitchFamily="18" charset="0"/>
              </a:rPr>
              <a:t>, more </a:t>
            </a:r>
            <a:r>
              <a:rPr lang="en-US" sz="2400" b="1" dirty="0" smtClean="0">
                <a:latin typeface="Adobe Caslon Pro Bold" pitchFamily="18" charset="0"/>
              </a:rPr>
              <a:t>offline features</a:t>
            </a:r>
            <a:r>
              <a:rPr lang="en-US" sz="2400" dirty="0" smtClean="0">
                <a:latin typeface="Adobe Caslon Pro Bold" pitchFamily="18" charset="0"/>
              </a:rPr>
              <a:t>, and improved </a:t>
            </a:r>
            <a:r>
              <a:rPr lang="en-US" sz="2400" b="1" dirty="0" smtClean="0">
                <a:latin typeface="Adobe Caslon Pro Bold" pitchFamily="18" charset="0"/>
              </a:rPr>
              <a:t>user experience</a:t>
            </a:r>
            <a:r>
              <a:rPr lang="en-US" sz="2400" dirty="0" smtClean="0">
                <a:latin typeface="Adobe Caslon Pro Bold" pitchFamily="18" charset="0"/>
              </a:rPr>
              <a:t> with advanced technology.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Adobe Caslon Pro Bold" pitchFamily="18" charset="0"/>
              </a:rPr>
              <a:t>AI-based recommendations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Adobe Caslon Pro Bold" pitchFamily="18" charset="0"/>
              </a:rPr>
              <a:t>Better sound quality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Adobe Caslon Pro Bold" pitchFamily="18" charset="0"/>
              </a:rPr>
              <a:t>Offline &amp; smart features</a:t>
            </a:r>
          </a:p>
          <a:p>
            <a:pPr>
              <a:buFont typeface="Wingdings" pitchFamily="2" charset="2"/>
              <a:buChar char="Ø"/>
            </a:pPr>
            <a:endParaRPr lang="en-US" sz="2400" dirty="0">
              <a:latin typeface="Adobe Caslon Pro Bold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>
                <a:latin typeface="Algerian" pitchFamily="82" charset="0"/>
              </a:rPr>
              <a:t>Future scope</a:t>
            </a:r>
            <a:endParaRPr lang="en-US" b="1" u="sng" dirty="0">
              <a:latin typeface="Algerian" pitchFamily="82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Adobe Caslon Pro Bold" pitchFamily="18" charset="0"/>
              </a:rPr>
              <a:t>Music websites make listening to music </a:t>
            </a:r>
            <a:r>
              <a:rPr lang="en-US" sz="2400" b="1" dirty="0" smtClean="0">
                <a:latin typeface="Adobe Caslon Pro Bold" pitchFamily="18" charset="0"/>
              </a:rPr>
              <a:t>easy and convenient</a:t>
            </a:r>
            <a:r>
              <a:rPr lang="en-US" sz="2400" dirty="0" smtClean="0">
                <a:latin typeface="Adobe Caslon Pro Bold" pitchFamily="18" charset="0"/>
              </a:rPr>
              <a:t> by providing a wide variety of songs online. They are popular, user-friendly, and will continue to grow with new technology.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Adobe Caslon Pro Bold" pitchFamily="18" charset="0"/>
              </a:rPr>
              <a:t>Music websites make music easy to access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Adobe Caslon Pro Bold" pitchFamily="18" charset="0"/>
              </a:rPr>
              <a:t>Popular among all age groups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Adobe Caslon Pro Bold" pitchFamily="18" charset="0"/>
              </a:rPr>
              <a:t>Growing with new technology</a:t>
            </a:r>
          </a:p>
          <a:p>
            <a:pPr>
              <a:buNone/>
            </a:pPr>
            <a:endParaRPr lang="en-US" sz="2400" dirty="0">
              <a:latin typeface="Adobe Caslon Pro Bold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>
                <a:latin typeface="Algerian" pitchFamily="82" charset="0"/>
              </a:rPr>
              <a:t>Conclusion </a:t>
            </a:r>
            <a:endParaRPr lang="en-US" b="1" u="sng" dirty="0">
              <a:latin typeface="Algerian" pitchFamily="82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>
              <a:buNone/>
            </a:pPr>
            <a:r>
              <a:rPr lang="en-US" sz="11500" b="1" u="sng" dirty="0" err="1" smtClean="0">
                <a:latin typeface="Algerian" pitchFamily="82" charset="0"/>
              </a:rPr>
              <a:t>Thankyou</a:t>
            </a:r>
            <a:r>
              <a:rPr lang="en-US" sz="11500" b="1" u="sng" dirty="0" smtClean="0">
                <a:solidFill>
                  <a:srgbClr val="FF0000"/>
                </a:solidFill>
                <a:latin typeface="Algerian" pitchFamily="82" charset="0"/>
              </a:rPr>
              <a:t> </a:t>
            </a:r>
            <a:endParaRPr lang="en-US" sz="11500" b="1" u="sng" dirty="0">
              <a:solidFill>
                <a:srgbClr val="FF0000"/>
              </a:solidFill>
              <a:latin typeface="Algerian" pitchFamily="8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34</TotalTime>
  <Words>490</Words>
  <Application>Microsoft Office PowerPoint</Application>
  <PresentationFormat>On-screen Show (4:3)</PresentationFormat>
  <Paragraphs>65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Concourse</vt:lpstr>
      <vt:lpstr>music plateform </vt:lpstr>
      <vt:lpstr>Introduction of music website</vt:lpstr>
      <vt:lpstr>What is music websites</vt:lpstr>
      <vt:lpstr>Features of music websites</vt:lpstr>
      <vt:lpstr>Working of music websites</vt:lpstr>
      <vt:lpstr>Advantages </vt:lpstr>
      <vt:lpstr>Popular music websites</vt:lpstr>
      <vt:lpstr>Future scope</vt:lpstr>
      <vt:lpstr>Conclusion </vt:lpstr>
      <vt:lpstr>Slide 10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music plateform </dc:title>
  <dc:creator>hp</dc:creator>
  <cp:lastModifiedBy>hp</cp:lastModifiedBy>
  <cp:revision>1</cp:revision>
  <dcterms:created xsi:type="dcterms:W3CDTF">2025-12-21T16:07:20Z</dcterms:created>
  <dcterms:modified xsi:type="dcterms:W3CDTF">2025-12-21T16:41:26Z</dcterms:modified>
</cp:coreProperties>
</file>